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hidden_StealthMark-Test-2026_Test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